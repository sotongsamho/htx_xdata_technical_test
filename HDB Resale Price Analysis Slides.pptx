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BFFBDA-56CF-41B8-8010-CA3337892484}" v="116" dt="2026-02-20T11:06:58.1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1" d="100"/>
          <a:sy n="51" d="100"/>
        </p:scale>
        <p:origin x="1232" y="2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iha hossain" userId="830ac6e976bbee05" providerId="LiveId" clId="{FB9BA9DA-3D1E-4873-8165-BF3B9BAAA21E}"/>
    <pc:docChg chg="undo custSel delSld modSld">
      <pc:chgData name="samiha hossain" userId="830ac6e976bbee05" providerId="LiveId" clId="{FB9BA9DA-3D1E-4873-8165-BF3B9BAAA21E}" dt="2026-02-20T11:06:58.137" v="3075" actId="1076"/>
      <pc:docMkLst>
        <pc:docMk/>
      </pc:docMkLst>
      <pc:sldChg chg="addSp delSp modSp mod modNotesTx">
        <pc:chgData name="samiha hossain" userId="830ac6e976bbee05" providerId="LiveId" clId="{FB9BA9DA-3D1E-4873-8165-BF3B9BAAA21E}" dt="2026-02-20T10:59:42.439" v="2940" actId="1076"/>
        <pc:sldMkLst>
          <pc:docMk/>
          <pc:sldMk cId="0" sldId="256"/>
        </pc:sldMkLst>
        <pc:spChg chg="del">
          <ac:chgData name="samiha hossain" userId="830ac6e976bbee05" providerId="LiveId" clId="{FB9BA9DA-3D1E-4873-8165-BF3B9BAAA21E}" dt="2026-02-20T10:59:05.169" v="2933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samiha hossain" userId="830ac6e976bbee05" providerId="LiveId" clId="{FB9BA9DA-3D1E-4873-8165-BF3B9BAAA21E}" dt="2026-02-20T10:06:14.547" v="44" actId="20577"/>
          <ac:spMkLst>
            <pc:docMk/>
            <pc:sldMk cId="0" sldId="256"/>
            <ac:spMk id="4" creationId="{00000000-0000-0000-0000-000000000000}"/>
          </ac:spMkLst>
        </pc:spChg>
        <pc:spChg chg="add del mod">
          <ac:chgData name="samiha hossain" userId="830ac6e976bbee05" providerId="LiveId" clId="{FB9BA9DA-3D1E-4873-8165-BF3B9BAAA21E}" dt="2026-02-20T10:06:30.365" v="64" actId="20577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samiha hossain" userId="830ac6e976bbee05" providerId="LiveId" clId="{FB9BA9DA-3D1E-4873-8165-BF3B9BAAA21E}" dt="2026-02-20T10:04:53.213" v="5" actId="478"/>
          <ac:spMkLst>
            <pc:docMk/>
            <pc:sldMk cId="0" sldId="256"/>
            <ac:spMk id="6" creationId="{00000000-0000-0000-0000-000000000000}"/>
          </ac:spMkLst>
        </pc:spChg>
        <pc:picChg chg="del">
          <ac:chgData name="samiha hossain" userId="830ac6e976bbee05" providerId="LiveId" clId="{FB9BA9DA-3D1E-4873-8165-BF3B9BAAA21E}" dt="2026-02-20T10:59:06.478" v="2934" actId="478"/>
          <ac:picMkLst>
            <pc:docMk/>
            <pc:sldMk cId="0" sldId="256"/>
            <ac:picMk id="2" creationId="{00000000-0000-0000-0000-000000000000}"/>
          </ac:picMkLst>
        </pc:picChg>
        <pc:picChg chg="add mod">
          <ac:chgData name="samiha hossain" userId="830ac6e976bbee05" providerId="LiveId" clId="{FB9BA9DA-3D1E-4873-8165-BF3B9BAAA21E}" dt="2026-02-20T10:59:42.439" v="2940" actId="1076"/>
          <ac:picMkLst>
            <pc:docMk/>
            <pc:sldMk cId="0" sldId="256"/>
            <ac:picMk id="2050" creationId="{9EFF8C08-2917-D87B-2A86-A35A0A0E6D6D}"/>
          </ac:picMkLst>
        </pc:picChg>
      </pc:sldChg>
      <pc:sldChg chg="addSp delSp modSp mod modNotesTx">
        <pc:chgData name="samiha hossain" userId="830ac6e976bbee05" providerId="LiveId" clId="{FB9BA9DA-3D1E-4873-8165-BF3B9BAAA21E}" dt="2026-02-20T11:05:41.725" v="3044" actId="1076"/>
        <pc:sldMkLst>
          <pc:docMk/>
          <pc:sldMk cId="0" sldId="257"/>
        </pc:sldMkLst>
        <pc:spChg chg="mod">
          <ac:chgData name="samiha hossain" userId="830ac6e976bbee05" providerId="LiveId" clId="{FB9BA9DA-3D1E-4873-8165-BF3B9BAAA21E}" dt="2026-02-20T10:31:47.344" v="1303" actId="27636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samiha hossain" userId="830ac6e976bbee05" providerId="LiveId" clId="{FB9BA9DA-3D1E-4873-8165-BF3B9BAAA21E}" dt="2026-02-20T10:07:24.766" v="75" actId="478"/>
          <ac:spMkLst>
            <pc:docMk/>
            <pc:sldMk cId="0" sldId="257"/>
            <ac:spMk id="5" creationId="{00000000-0000-0000-0000-000000000000}"/>
          </ac:spMkLst>
        </pc:spChg>
        <pc:spChg chg="mod">
          <ac:chgData name="samiha hossain" userId="830ac6e976bbee05" providerId="LiveId" clId="{FB9BA9DA-3D1E-4873-8165-BF3B9BAAA21E}" dt="2026-02-20T11:05:00.638" v="3038" actId="1037"/>
          <ac:spMkLst>
            <pc:docMk/>
            <pc:sldMk cId="0" sldId="257"/>
            <ac:spMk id="6" creationId="{00000000-0000-0000-0000-000000000000}"/>
          </ac:spMkLst>
        </pc:spChg>
        <pc:spChg chg="del mod">
          <ac:chgData name="samiha hossain" userId="830ac6e976bbee05" providerId="LiveId" clId="{FB9BA9DA-3D1E-4873-8165-BF3B9BAAA21E}" dt="2026-02-20T10:08:58.054" v="186" actId="478"/>
          <ac:spMkLst>
            <pc:docMk/>
            <pc:sldMk cId="0" sldId="257"/>
            <ac:spMk id="7" creationId="{00000000-0000-0000-0000-000000000000}"/>
          </ac:spMkLst>
        </pc:spChg>
        <pc:spChg chg="add mod">
          <ac:chgData name="samiha hossain" userId="830ac6e976bbee05" providerId="LiveId" clId="{FB9BA9DA-3D1E-4873-8165-BF3B9BAAA21E}" dt="2026-02-20T11:05:00.638" v="3038" actId="1037"/>
          <ac:spMkLst>
            <pc:docMk/>
            <pc:sldMk cId="0" sldId="257"/>
            <ac:spMk id="11" creationId="{BE3644C9-0B34-7C66-3BD9-002F5CAED381}"/>
          </ac:spMkLst>
        </pc:spChg>
        <pc:picChg chg="add del">
          <ac:chgData name="samiha hossain" userId="830ac6e976bbee05" providerId="LiveId" clId="{FB9BA9DA-3D1E-4873-8165-BF3B9BAAA21E}" dt="2026-02-20T10:59:01.720" v="2932" actId="478"/>
          <ac:picMkLst>
            <pc:docMk/>
            <pc:sldMk cId="0" sldId="257"/>
            <ac:picMk id="2" creationId="{00000000-0000-0000-0000-000000000000}"/>
          </ac:picMkLst>
        </pc:picChg>
        <pc:picChg chg="del">
          <ac:chgData name="samiha hossain" userId="830ac6e976bbee05" providerId="LiveId" clId="{FB9BA9DA-3D1E-4873-8165-BF3B9BAAA21E}" dt="2026-02-20T10:09:02.744" v="191" actId="478"/>
          <ac:picMkLst>
            <pc:docMk/>
            <pc:sldMk cId="0" sldId="257"/>
            <ac:picMk id="8" creationId="{00000000-0000-0000-0000-000000000000}"/>
          </ac:picMkLst>
        </pc:picChg>
        <pc:picChg chg="mod">
          <ac:chgData name="samiha hossain" userId="830ac6e976bbee05" providerId="LiveId" clId="{FB9BA9DA-3D1E-4873-8165-BF3B9BAAA21E}" dt="2026-02-20T11:05:00.638" v="3038" actId="1037"/>
          <ac:picMkLst>
            <pc:docMk/>
            <pc:sldMk cId="0" sldId="257"/>
            <ac:picMk id="9" creationId="{00000000-0000-0000-0000-000000000000}"/>
          </ac:picMkLst>
        </pc:picChg>
        <pc:picChg chg="del">
          <ac:chgData name="samiha hossain" userId="830ac6e976bbee05" providerId="LiveId" clId="{FB9BA9DA-3D1E-4873-8165-BF3B9BAAA21E}" dt="2026-02-20T10:08:58.054" v="186" actId="478"/>
          <ac:picMkLst>
            <pc:docMk/>
            <pc:sldMk cId="0" sldId="257"/>
            <ac:picMk id="10" creationId="{00000000-0000-0000-0000-000000000000}"/>
          </ac:picMkLst>
        </pc:picChg>
        <pc:picChg chg="add mod">
          <ac:chgData name="samiha hossain" userId="830ac6e976bbee05" providerId="LiveId" clId="{FB9BA9DA-3D1E-4873-8165-BF3B9BAAA21E}" dt="2026-02-20T11:05:00.638" v="3038" actId="1037"/>
          <ac:picMkLst>
            <pc:docMk/>
            <pc:sldMk cId="0" sldId="257"/>
            <ac:picMk id="12" creationId="{43B4A818-72F1-AD85-8174-707789D9D775}"/>
          </ac:picMkLst>
        </pc:picChg>
        <pc:picChg chg="add mod">
          <ac:chgData name="samiha hossain" userId="830ac6e976bbee05" providerId="LiveId" clId="{FB9BA9DA-3D1E-4873-8165-BF3B9BAAA21E}" dt="2026-02-20T11:05:41.725" v="3044" actId="1076"/>
          <ac:picMkLst>
            <pc:docMk/>
            <pc:sldMk cId="0" sldId="257"/>
            <ac:picMk id="14" creationId="{EB0632C2-E66E-C489-0ABE-DBE64136D13D}"/>
          </ac:picMkLst>
        </pc:picChg>
      </pc:sldChg>
      <pc:sldChg chg="addSp delSp modSp mod modNotesTx">
        <pc:chgData name="samiha hossain" userId="830ac6e976bbee05" providerId="LiveId" clId="{FB9BA9DA-3D1E-4873-8165-BF3B9BAAA21E}" dt="2026-02-20T10:31:09.635" v="1301" actId="1076"/>
        <pc:sldMkLst>
          <pc:docMk/>
          <pc:sldMk cId="0" sldId="258"/>
        </pc:sldMkLst>
        <pc:spChg chg="mod">
          <ac:chgData name="samiha hossain" userId="830ac6e976bbee05" providerId="LiveId" clId="{FB9BA9DA-3D1E-4873-8165-BF3B9BAAA21E}" dt="2026-02-20T10:27:49.710" v="1226" actId="276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samiha hossain" userId="830ac6e976bbee05" providerId="LiveId" clId="{FB9BA9DA-3D1E-4873-8165-BF3B9BAAA21E}" dt="2026-02-20T10:28:36.569" v="1233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samiha hossain" userId="830ac6e976bbee05" providerId="LiveId" clId="{FB9BA9DA-3D1E-4873-8165-BF3B9BAAA21E}" dt="2026-02-20T10:28:43.659" v="1235" actId="1076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samiha hossain" userId="830ac6e976bbee05" providerId="LiveId" clId="{FB9BA9DA-3D1E-4873-8165-BF3B9BAAA21E}" dt="2026-02-20T10:10:27.087" v="315" actId="478"/>
          <ac:spMkLst>
            <pc:docMk/>
            <pc:sldMk cId="0" sldId="258"/>
            <ac:spMk id="10" creationId="{00000000-0000-0000-0000-000000000000}"/>
          </ac:spMkLst>
        </pc:spChg>
        <pc:spChg chg="add mod">
          <ac:chgData name="samiha hossain" userId="830ac6e976bbee05" providerId="LiveId" clId="{FB9BA9DA-3D1E-4873-8165-BF3B9BAAA21E}" dt="2026-02-20T10:28:57.883" v="1239" actId="1076"/>
          <ac:spMkLst>
            <pc:docMk/>
            <pc:sldMk cId="0" sldId="258"/>
            <ac:spMk id="11" creationId="{4358017C-96AB-C8C9-5FD1-94C60B895AB1}"/>
          </ac:spMkLst>
        </pc:spChg>
        <pc:spChg chg="add mod">
          <ac:chgData name="samiha hossain" userId="830ac6e976bbee05" providerId="LiveId" clId="{FB9BA9DA-3D1E-4873-8165-BF3B9BAAA21E}" dt="2026-02-20T10:28:19.891" v="1231" actId="14100"/>
          <ac:spMkLst>
            <pc:docMk/>
            <pc:sldMk cId="0" sldId="258"/>
            <ac:spMk id="12" creationId="{DAE9D3A6-64BE-BF2B-02DE-45DDE260738A}"/>
          </ac:spMkLst>
        </pc:spChg>
        <pc:spChg chg="add mod">
          <ac:chgData name="samiha hossain" userId="830ac6e976bbee05" providerId="LiveId" clId="{FB9BA9DA-3D1E-4873-8165-BF3B9BAAA21E}" dt="2026-02-20T10:30:22.712" v="1289" actId="1035"/>
          <ac:spMkLst>
            <pc:docMk/>
            <pc:sldMk cId="0" sldId="258"/>
            <ac:spMk id="29" creationId="{B1D6B67D-FBAE-B9E2-DA93-6D3F8E6E521F}"/>
          </ac:spMkLst>
        </pc:spChg>
        <pc:grpChg chg="add mod">
          <ac:chgData name="samiha hossain" userId="830ac6e976bbee05" providerId="LiveId" clId="{FB9BA9DA-3D1E-4873-8165-BF3B9BAAA21E}" dt="2026-02-20T10:30:29.764" v="1290" actId="1076"/>
          <ac:grpSpMkLst>
            <pc:docMk/>
            <pc:sldMk cId="0" sldId="258"/>
            <ac:grpSpMk id="35" creationId="{102CD862-1EFD-FC4C-FCB9-99A853DCA75B}"/>
          </ac:grpSpMkLst>
        </pc:grpChg>
        <pc:picChg chg="del">
          <ac:chgData name="samiha hossain" userId="830ac6e976bbee05" providerId="LiveId" clId="{FB9BA9DA-3D1E-4873-8165-BF3B9BAAA21E}" dt="2026-02-20T10:09:29.845" v="193" actId="478"/>
          <ac:picMkLst>
            <pc:docMk/>
            <pc:sldMk cId="0" sldId="258"/>
            <ac:picMk id="4" creationId="{00000000-0000-0000-0000-000000000000}"/>
          </ac:picMkLst>
        </pc:picChg>
        <pc:picChg chg="add mod">
          <ac:chgData name="samiha hossain" userId="830ac6e976bbee05" providerId="LiveId" clId="{FB9BA9DA-3D1E-4873-8165-BF3B9BAAA21E}" dt="2026-02-20T10:31:01.417" v="1298" actId="1076"/>
          <ac:picMkLst>
            <pc:docMk/>
            <pc:sldMk cId="0" sldId="258"/>
            <ac:picMk id="37" creationId="{0AAFC809-9F94-3A98-32F1-700FB7B0556A}"/>
          </ac:picMkLst>
        </pc:picChg>
        <pc:picChg chg="add mod">
          <ac:chgData name="samiha hossain" userId="830ac6e976bbee05" providerId="LiveId" clId="{FB9BA9DA-3D1E-4873-8165-BF3B9BAAA21E}" dt="2026-02-20T10:31:09.635" v="1301" actId="1076"/>
          <ac:picMkLst>
            <pc:docMk/>
            <pc:sldMk cId="0" sldId="258"/>
            <ac:picMk id="49" creationId="{39444084-C86C-937D-EBB9-D55352ABFDFB}"/>
          </ac:picMkLst>
        </pc:picChg>
        <pc:cxnChg chg="mod">
          <ac:chgData name="samiha hossain" userId="830ac6e976bbee05" providerId="LiveId" clId="{FB9BA9DA-3D1E-4873-8165-BF3B9BAAA21E}" dt="2026-02-20T10:29:41.032" v="1274" actId="1037"/>
          <ac:cxnSpMkLst>
            <pc:docMk/>
            <pc:sldMk cId="0" sldId="258"/>
            <ac:cxnSpMk id="8" creationId="{00000000-0000-0000-0000-000000000000}"/>
          </ac:cxnSpMkLst>
        </pc:cxnChg>
        <pc:cxnChg chg="del mod">
          <ac:chgData name="samiha hossain" userId="830ac6e976bbee05" providerId="LiveId" clId="{FB9BA9DA-3D1E-4873-8165-BF3B9BAAA21E}" dt="2026-02-20T10:28:07.371" v="1229" actId="478"/>
          <ac:cxnSpMkLst>
            <pc:docMk/>
            <pc:sldMk cId="0" sldId="258"/>
            <ac:cxnSpMk id="9" creationId="{00000000-0000-0000-0000-000000000000}"/>
          </ac:cxnSpMkLst>
        </pc:cxnChg>
        <pc:cxnChg chg="add mod">
          <ac:chgData name="samiha hossain" userId="830ac6e976bbee05" providerId="LiveId" clId="{FB9BA9DA-3D1E-4873-8165-BF3B9BAAA21E}" dt="2026-02-20T10:29:59.441" v="1278" actId="14100"/>
          <ac:cxnSpMkLst>
            <pc:docMk/>
            <pc:sldMk cId="0" sldId="258"/>
            <ac:cxnSpMk id="14" creationId="{41143330-DDC9-A972-B7A3-7C0AD71A1106}"/>
          </ac:cxnSpMkLst>
        </pc:cxnChg>
        <pc:cxnChg chg="add del mod">
          <ac:chgData name="samiha hossain" userId="830ac6e976bbee05" providerId="LiveId" clId="{FB9BA9DA-3D1E-4873-8165-BF3B9BAAA21E}" dt="2026-02-20T10:18:35.574" v="956" actId="478"/>
          <ac:cxnSpMkLst>
            <pc:docMk/>
            <pc:sldMk cId="0" sldId="258"/>
            <ac:cxnSpMk id="15" creationId="{32228EEA-66FE-9350-FFDE-18260912510D}"/>
          </ac:cxnSpMkLst>
        </pc:cxnChg>
        <pc:cxnChg chg="add del mod">
          <ac:chgData name="samiha hossain" userId="830ac6e976bbee05" providerId="LiveId" clId="{FB9BA9DA-3D1E-4873-8165-BF3B9BAAA21E}" dt="2026-02-20T10:20:58.694" v="996" actId="478"/>
          <ac:cxnSpMkLst>
            <pc:docMk/>
            <pc:sldMk cId="0" sldId="258"/>
            <ac:cxnSpMk id="20" creationId="{A0EBE4B0-0D0E-D3D3-E5EF-E9902A657D41}"/>
          </ac:cxnSpMkLst>
        </pc:cxnChg>
        <pc:cxnChg chg="add mod">
          <ac:chgData name="samiha hossain" userId="830ac6e976bbee05" providerId="LiveId" clId="{FB9BA9DA-3D1E-4873-8165-BF3B9BAAA21E}" dt="2026-02-20T10:20:55.246" v="992"/>
          <ac:cxnSpMkLst>
            <pc:docMk/>
            <pc:sldMk cId="0" sldId="258"/>
            <ac:cxnSpMk id="24" creationId="{AC84FB85-6040-F022-EE41-560874956563}"/>
          </ac:cxnSpMkLst>
        </pc:cxnChg>
        <pc:cxnChg chg="add mod">
          <ac:chgData name="samiha hossain" userId="830ac6e976bbee05" providerId="LiveId" clId="{FB9BA9DA-3D1E-4873-8165-BF3B9BAAA21E}" dt="2026-02-20T10:24:07.542" v="1076" actId="164"/>
          <ac:cxnSpMkLst>
            <pc:docMk/>
            <pc:sldMk cId="0" sldId="258"/>
            <ac:cxnSpMk id="25" creationId="{698BFCDA-120A-9598-CC84-A8997FAAE77F}"/>
          </ac:cxnSpMkLst>
        </pc:cxnChg>
        <pc:cxnChg chg="add mod">
          <ac:chgData name="samiha hossain" userId="830ac6e976bbee05" providerId="LiveId" clId="{FB9BA9DA-3D1E-4873-8165-BF3B9BAAA21E}" dt="2026-02-20T10:24:07.542" v="1076" actId="164"/>
          <ac:cxnSpMkLst>
            <pc:docMk/>
            <pc:sldMk cId="0" sldId="258"/>
            <ac:cxnSpMk id="27" creationId="{5071070E-8DEC-5703-37A1-7B3A06F805E7}"/>
          </ac:cxnSpMkLst>
        </pc:cxnChg>
        <pc:cxnChg chg="add mod">
          <ac:chgData name="samiha hossain" userId="830ac6e976bbee05" providerId="LiveId" clId="{FB9BA9DA-3D1E-4873-8165-BF3B9BAAA21E}" dt="2026-02-20T10:29:35.284" v="1269" actId="1038"/>
          <ac:cxnSpMkLst>
            <pc:docMk/>
            <pc:sldMk cId="0" sldId="258"/>
            <ac:cxnSpMk id="45" creationId="{193FDA6B-D981-0DCA-FF37-A4346C8457B4}"/>
          </ac:cxnSpMkLst>
        </pc:cxnChg>
      </pc:sldChg>
      <pc:sldChg chg="addSp delSp modSp mod modNotesTx">
        <pc:chgData name="samiha hossain" userId="830ac6e976bbee05" providerId="LiveId" clId="{FB9BA9DA-3D1E-4873-8165-BF3B9BAAA21E}" dt="2026-02-20T10:33:24.881" v="1326" actId="20577"/>
        <pc:sldMkLst>
          <pc:docMk/>
          <pc:sldMk cId="0" sldId="259"/>
        </pc:sldMkLst>
        <pc:spChg chg="mod">
          <ac:chgData name="samiha hossain" userId="830ac6e976bbee05" providerId="LiveId" clId="{FB9BA9DA-3D1E-4873-8165-BF3B9BAAA21E}" dt="2026-02-20T10:33:18.853" v="1325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samiha hossain" userId="830ac6e976bbee05" providerId="LiveId" clId="{FB9BA9DA-3D1E-4873-8165-BF3B9BAAA21E}" dt="2026-02-20T10:33:18.853" v="1325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samiha hossain" userId="830ac6e976bbee05" providerId="LiveId" clId="{FB9BA9DA-3D1E-4873-8165-BF3B9BAAA21E}" dt="2026-02-20T10:12:34.176" v="401" actId="27636"/>
          <ac:spMkLst>
            <pc:docMk/>
            <pc:sldMk cId="0" sldId="259"/>
            <ac:spMk id="7" creationId="{00000000-0000-0000-0000-000000000000}"/>
          </ac:spMkLst>
        </pc:spChg>
        <pc:picChg chg="add del">
          <ac:chgData name="samiha hossain" userId="830ac6e976bbee05" providerId="LiveId" clId="{FB9BA9DA-3D1E-4873-8165-BF3B9BAAA21E}" dt="2026-02-20T10:24:45.811" v="1083" actId="478"/>
          <ac:picMkLst>
            <pc:docMk/>
            <pc:sldMk cId="0" sldId="259"/>
            <ac:picMk id="4" creationId="{00000000-0000-0000-0000-000000000000}"/>
          </ac:picMkLst>
        </pc:picChg>
      </pc:sldChg>
      <pc:sldChg chg="addSp delSp modSp mod modNotesTx">
        <pc:chgData name="samiha hossain" userId="830ac6e976bbee05" providerId="LiveId" clId="{FB9BA9DA-3D1E-4873-8165-BF3B9BAAA21E}" dt="2026-02-20T10:37:19.052" v="1434" actId="1076"/>
        <pc:sldMkLst>
          <pc:docMk/>
          <pc:sldMk cId="0" sldId="260"/>
        </pc:sldMkLst>
        <pc:spChg chg="del">
          <ac:chgData name="samiha hossain" userId="830ac6e976bbee05" providerId="LiveId" clId="{FB9BA9DA-3D1E-4873-8165-BF3B9BAAA21E}" dt="2026-02-20T10:33:37.323" v="1328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samiha hossain" userId="830ac6e976bbee05" providerId="LiveId" clId="{FB9BA9DA-3D1E-4873-8165-BF3B9BAAA21E}" dt="2026-02-20T10:36:28.153" v="1425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samiha hossain" userId="830ac6e976bbee05" providerId="LiveId" clId="{FB9BA9DA-3D1E-4873-8165-BF3B9BAAA21E}" dt="2026-02-20T10:36:32.322" v="1426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samiha hossain" userId="830ac6e976bbee05" providerId="LiveId" clId="{FB9BA9DA-3D1E-4873-8165-BF3B9BAAA21E}" dt="2026-02-20T10:36:36.540" v="1427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samiha hossain" userId="830ac6e976bbee05" providerId="LiveId" clId="{FB9BA9DA-3D1E-4873-8165-BF3B9BAAA21E}" dt="2026-02-20T10:37:03.206" v="1432" actId="20577"/>
          <ac:spMkLst>
            <pc:docMk/>
            <pc:sldMk cId="0" sldId="260"/>
            <ac:spMk id="7" creationId="{00000000-0000-0000-0000-000000000000}"/>
          </ac:spMkLst>
        </pc:spChg>
        <pc:picChg chg="del">
          <ac:chgData name="samiha hossain" userId="830ac6e976bbee05" providerId="LiveId" clId="{FB9BA9DA-3D1E-4873-8165-BF3B9BAAA21E}" dt="2026-02-20T10:33:39.109" v="1329" actId="478"/>
          <ac:picMkLst>
            <pc:docMk/>
            <pc:sldMk cId="0" sldId="260"/>
            <ac:picMk id="2" creationId="{00000000-0000-0000-0000-000000000000}"/>
          </ac:picMkLst>
        </pc:picChg>
        <pc:picChg chg="add mod">
          <ac:chgData name="samiha hossain" userId="830ac6e976bbee05" providerId="LiveId" clId="{FB9BA9DA-3D1E-4873-8165-BF3B9BAAA21E}" dt="2026-02-20T10:37:19.052" v="1434" actId="1076"/>
          <ac:picMkLst>
            <pc:docMk/>
            <pc:sldMk cId="0" sldId="260"/>
            <ac:picMk id="9" creationId="{BF866390-66ED-FFE5-3EFF-904800BF2EBE}"/>
          </ac:picMkLst>
        </pc:picChg>
      </pc:sldChg>
      <pc:sldChg chg="addSp delSp modSp mod">
        <pc:chgData name="samiha hossain" userId="830ac6e976bbee05" providerId="LiveId" clId="{FB9BA9DA-3D1E-4873-8165-BF3B9BAAA21E}" dt="2026-02-20T10:48:43.791" v="1921" actId="1076"/>
        <pc:sldMkLst>
          <pc:docMk/>
          <pc:sldMk cId="0" sldId="261"/>
        </pc:sldMkLst>
        <pc:spChg chg="mod">
          <ac:chgData name="samiha hossain" userId="830ac6e976bbee05" providerId="LiveId" clId="{FB9BA9DA-3D1E-4873-8165-BF3B9BAAA21E}" dt="2026-02-20T10:38:23.478" v="1502" actId="20577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samiha hossain" userId="830ac6e976bbee05" providerId="LiveId" clId="{FB9BA9DA-3D1E-4873-8165-BF3B9BAAA21E}" dt="2026-02-20T10:44:34.642" v="1784" actId="478"/>
          <ac:spMkLst>
            <pc:docMk/>
            <pc:sldMk cId="0" sldId="261"/>
            <ac:spMk id="5" creationId="{00000000-0000-0000-0000-000000000000}"/>
          </ac:spMkLst>
        </pc:spChg>
        <pc:spChg chg="del mod">
          <ac:chgData name="samiha hossain" userId="830ac6e976bbee05" providerId="LiveId" clId="{FB9BA9DA-3D1E-4873-8165-BF3B9BAAA21E}" dt="2026-02-20T10:45:45.612" v="1847" actId="478"/>
          <ac:spMkLst>
            <pc:docMk/>
            <pc:sldMk cId="0" sldId="261"/>
            <ac:spMk id="6" creationId="{00000000-0000-0000-0000-000000000000}"/>
          </ac:spMkLst>
        </pc:spChg>
        <pc:spChg chg="del mod">
          <ac:chgData name="samiha hossain" userId="830ac6e976bbee05" providerId="LiveId" clId="{FB9BA9DA-3D1E-4873-8165-BF3B9BAAA21E}" dt="2026-02-20T10:45:39.173" v="1845" actId="478"/>
          <ac:spMkLst>
            <pc:docMk/>
            <pc:sldMk cId="0" sldId="261"/>
            <ac:spMk id="7" creationId="{00000000-0000-0000-0000-000000000000}"/>
          </ac:spMkLst>
        </pc:spChg>
        <pc:spChg chg="add del mod">
          <ac:chgData name="samiha hossain" userId="830ac6e976bbee05" providerId="LiveId" clId="{FB9BA9DA-3D1E-4873-8165-BF3B9BAAA21E}" dt="2026-02-20T10:47:36.600" v="1901" actId="478"/>
          <ac:spMkLst>
            <pc:docMk/>
            <pc:sldMk cId="0" sldId="261"/>
            <ac:spMk id="9" creationId="{B6B19C00-A324-27D0-9799-6090F47DDD8B}"/>
          </ac:spMkLst>
        </pc:spChg>
        <pc:spChg chg="add mod">
          <ac:chgData name="samiha hossain" userId="830ac6e976bbee05" providerId="LiveId" clId="{FB9BA9DA-3D1E-4873-8165-BF3B9BAAA21E}" dt="2026-02-20T10:48:08.504" v="1916" actId="20577"/>
          <ac:spMkLst>
            <pc:docMk/>
            <pc:sldMk cId="0" sldId="261"/>
            <ac:spMk id="10" creationId="{D87F5E5B-E2A2-217C-DD6E-6413FDDFF981}"/>
          </ac:spMkLst>
        </pc:spChg>
        <pc:picChg chg="del">
          <ac:chgData name="samiha hossain" userId="830ac6e976bbee05" providerId="LiveId" clId="{FB9BA9DA-3D1E-4873-8165-BF3B9BAAA21E}" dt="2026-02-20T10:38:56.435" v="1503" actId="478"/>
          <ac:picMkLst>
            <pc:docMk/>
            <pc:sldMk cId="0" sldId="261"/>
            <ac:picMk id="4" creationId="{00000000-0000-0000-0000-000000000000}"/>
          </ac:picMkLst>
        </pc:picChg>
        <pc:picChg chg="add mod">
          <ac:chgData name="samiha hossain" userId="830ac6e976bbee05" providerId="LiveId" clId="{FB9BA9DA-3D1E-4873-8165-BF3B9BAAA21E}" dt="2026-02-20T10:48:43.791" v="1921" actId="1076"/>
          <ac:picMkLst>
            <pc:docMk/>
            <pc:sldMk cId="0" sldId="261"/>
            <ac:picMk id="1026" creationId="{DCE74731-767F-DDA6-3CC9-85CE8B01E276}"/>
          </ac:picMkLst>
        </pc:picChg>
      </pc:sldChg>
      <pc:sldChg chg="modSp del mod modNotesTx">
        <pc:chgData name="samiha hossain" userId="830ac6e976bbee05" providerId="LiveId" clId="{FB9BA9DA-3D1E-4873-8165-BF3B9BAAA21E}" dt="2026-02-20T10:54:22.349" v="2400" actId="47"/>
        <pc:sldMkLst>
          <pc:docMk/>
          <pc:sldMk cId="0" sldId="262"/>
        </pc:sldMkLst>
        <pc:spChg chg="mod">
          <ac:chgData name="samiha hossain" userId="830ac6e976bbee05" providerId="LiveId" clId="{FB9BA9DA-3D1E-4873-8165-BF3B9BAAA21E}" dt="2026-02-20T10:49:00.205" v="1943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samiha hossain" userId="830ac6e976bbee05" providerId="LiveId" clId="{FB9BA9DA-3D1E-4873-8165-BF3B9BAAA21E}" dt="2026-02-20T10:12:34.233" v="410" actId="27636"/>
          <ac:spMkLst>
            <pc:docMk/>
            <pc:sldMk cId="0" sldId="262"/>
            <ac:spMk id="5" creationId="{00000000-0000-0000-0000-000000000000}"/>
          </ac:spMkLst>
        </pc:spChg>
        <pc:spChg chg="mod">
          <ac:chgData name="samiha hossain" userId="830ac6e976bbee05" providerId="LiveId" clId="{FB9BA9DA-3D1E-4873-8165-BF3B9BAAA21E}" dt="2026-02-20T10:12:34.233" v="411" actId="27636"/>
          <ac:spMkLst>
            <pc:docMk/>
            <pc:sldMk cId="0" sldId="262"/>
            <ac:spMk id="6" creationId="{00000000-0000-0000-0000-000000000000}"/>
          </ac:spMkLst>
        </pc:spChg>
      </pc:sldChg>
      <pc:sldChg chg="addSp delSp modSp mod modNotesTx">
        <pc:chgData name="samiha hossain" userId="830ac6e976bbee05" providerId="LiveId" clId="{FB9BA9DA-3D1E-4873-8165-BF3B9BAAA21E}" dt="2026-02-20T11:06:58.137" v="3075" actId="1076"/>
        <pc:sldMkLst>
          <pc:docMk/>
          <pc:sldMk cId="0" sldId="263"/>
        </pc:sldMkLst>
        <pc:spChg chg="mod">
          <ac:chgData name="samiha hossain" userId="830ac6e976bbee05" providerId="LiveId" clId="{FB9BA9DA-3D1E-4873-8165-BF3B9BAAA21E}" dt="2026-02-20T10:41:49.359" v="1577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samiha hossain" userId="830ac6e976bbee05" providerId="LiveId" clId="{FB9BA9DA-3D1E-4873-8165-BF3B9BAAA21E}" dt="2026-02-20T11:06:35.308" v="3055" actId="20577"/>
          <ac:spMkLst>
            <pc:docMk/>
            <pc:sldMk cId="0" sldId="263"/>
            <ac:spMk id="5" creationId="{00000000-0000-0000-0000-000000000000}"/>
          </ac:spMkLst>
        </pc:spChg>
        <pc:picChg chg="del">
          <ac:chgData name="samiha hossain" userId="830ac6e976bbee05" providerId="LiveId" clId="{FB9BA9DA-3D1E-4873-8165-BF3B9BAAA21E}" dt="2026-02-20T10:59:57.558" v="2941" actId="478"/>
          <ac:picMkLst>
            <pc:docMk/>
            <pc:sldMk cId="0" sldId="263"/>
            <ac:picMk id="2" creationId="{00000000-0000-0000-0000-000000000000}"/>
          </ac:picMkLst>
        </pc:picChg>
        <pc:picChg chg="add del mod">
          <ac:chgData name="samiha hossain" userId="830ac6e976bbee05" providerId="LiveId" clId="{FB9BA9DA-3D1E-4873-8165-BF3B9BAAA21E}" dt="2026-02-20T11:00:23.101" v="2945" actId="478"/>
          <ac:picMkLst>
            <pc:docMk/>
            <pc:sldMk cId="0" sldId="263"/>
            <ac:picMk id="3074" creationId="{C738059F-10B4-1F47-DB80-5AD9E24E634D}"/>
          </ac:picMkLst>
        </pc:picChg>
        <pc:picChg chg="add mod">
          <ac:chgData name="samiha hossain" userId="830ac6e976bbee05" providerId="LiveId" clId="{FB9BA9DA-3D1E-4873-8165-BF3B9BAAA21E}" dt="2026-02-20T11:01:36.351" v="2962" actId="1076"/>
          <ac:picMkLst>
            <pc:docMk/>
            <pc:sldMk cId="0" sldId="263"/>
            <ac:picMk id="3076" creationId="{7165982D-AF9E-96F4-E22A-9A8237D0CB81}"/>
          </ac:picMkLst>
        </pc:picChg>
        <pc:picChg chg="add mod">
          <ac:chgData name="samiha hossain" userId="830ac6e976bbee05" providerId="LiveId" clId="{FB9BA9DA-3D1E-4873-8165-BF3B9BAAA21E}" dt="2026-02-20T11:06:54.051" v="3074" actId="1076"/>
          <ac:picMkLst>
            <pc:docMk/>
            <pc:sldMk cId="0" sldId="263"/>
            <ac:picMk id="3078" creationId="{125DC139-F4F3-BF18-2B0A-DD2EE0D907EB}"/>
          </ac:picMkLst>
        </pc:picChg>
        <pc:picChg chg="add mod">
          <ac:chgData name="samiha hossain" userId="830ac6e976bbee05" providerId="LiveId" clId="{FB9BA9DA-3D1E-4873-8165-BF3B9BAAA21E}" dt="2026-02-20T11:06:54.051" v="3074" actId="1076"/>
          <ac:picMkLst>
            <pc:docMk/>
            <pc:sldMk cId="0" sldId="263"/>
            <ac:picMk id="3080" creationId="{73087DBD-CB9B-F384-6F4E-BEFBC0064835}"/>
          </ac:picMkLst>
        </pc:picChg>
        <pc:picChg chg="add mod">
          <ac:chgData name="samiha hossain" userId="830ac6e976bbee05" providerId="LiveId" clId="{FB9BA9DA-3D1E-4873-8165-BF3B9BAAA21E}" dt="2026-02-20T11:06:54.051" v="3074" actId="1076"/>
          <ac:picMkLst>
            <pc:docMk/>
            <pc:sldMk cId="0" sldId="263"/>
            <ac:picMk id="3082" creationId="{5587C0A8-0B52-9ACB-6E0E-AB91D42A28F6}"/>
          </ac:picMkLst>
        </pc:picChg>
        <pc:picChg chg="add mod">
          <ac:chgData name="samiha hossain" userId="830ac6e976bbee05" providerId="LiveId" clId="{FB9BA9DA-3D1E-4873-8165-BF3B9BAAA21E}" dt="2026-02-20T11:06:58.137" v="3075" actId="1076"/>
          <ac:picMkLst>
            <pc:docMk/>
            <pc:sldMk cId="0" sldId="263"/>
            <ac:picMk id="3084" creationId="{8706D198-7E03-7AF5-71A2-B54076BD9090}"/>
          </ac:picMkLst>
        </pc:picChg>
        <pc:picChg chg="add mod">
          <ac:chgData name="samiha hossain" userId="830ac6e976bbee05" providerId="LiveId" clId="{FB9BA9DA-3D1E-4873-8165-BF3B9BAAA21E}" dt="2026-02-20T11:06:58.137" v="3075" actId="1076"/>
          <ac:picMkLst>
            <pc:docMk/>
            <pc:sldMk cId="0" sldId="263"/>
            <ac:picMk id="3086" creationId="{4A872E02-D40C-338A-687E-835E4005BD5F}"/>
          </ac:picMkLst>
        </pc:picChg>
      </pc:sldChg>
      <pc:sldChg chg="del">
        <pc:chgData name="samiha hossain" userId="830ac6e976bbee05" providerId="LiveId" clId="{FB9BA9DA-3D1E-4873-8165-BF3B9BAAA21E}" dt="2026-02-20T10:49:22.377" v="1945" actId="47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Looking at temporal trends, we see that lease decay is a critical factor, and the market has maintained a steady 3.5% growth rate over 30 years. This resilience is a hallmark of the HDB ecosystem.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6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2032000"/>
            <a:ext cx="7620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4200" b="1" i="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HDB Resale Price Analysis:</a:t>
            </a:r>
            <a:br>
              <a:rPr lang="en-US" sz="4200" b="0" i="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4200" b="1" i="0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 Prediction and Link Analysis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4506686"/>
            <a:ext cx="762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>
                <a:solidFill>
                  <a:srgbClr val="FFFFFF">
                    <a:alpha val="9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Samiha Hossain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62000" y="1905000"/>
            <a:ext cx="508000" cy="50800"/>
          </a:xfrm>
          <a:prstGeom prst="roundRect">
            <a:avLst>
              <a:gd name="adj" fmla="val 0"/>
            </a:avLst>
          </a:prstGeom>
          <a:solidFill>
            <a:srgbClr val="FF5E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50" name="Picture 2" descr="Apartments - Free buildings icons">
            <a:extLst>
              <a:ext uri="{FF2B5EF4-FFF2-40B4-BE49-F238E27FC236}">
                <a16:creationId xmlns:a16="http://schemas.microsoft.com/office/drawing/2014/main" id="{9EFF8C08-2917-D87B-2A86-A35A0A0E6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169" y="1905000"/>
            <a:ext cx="3447790" cy="344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635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 fontScale="85000"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A2A6C"/>
                </a:solidFill>
                <a:latin typeface="Montserrat"/>
                <a:ea typeface="Montserrat"/>
                <a:cs typeface="Montserrat"/>
                <a:sym typeface="Montserrat"/>
              </a:rPr>
              <a:t>The Foundation: Key Assumptions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5E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12936" y="1965198"/>
            <a:ext cx="4953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2500"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A2A6C"/>
                </a:solidFill>
                <a:latin typeface="Inter"/>
                <a:ea typeface="Inter"/>
                <a:cs typeface="Inter"/>
                <a:sym typeface="Inter"/>
              </a:rPr>
              <a:t>Market Efficiency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800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Models were made on the </a:t>
            </a:r>
            <a:r>
              <a:rPr lang="en-US" sz="18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premise that resale prices reflect fundamental drivers such as location and flat type, serving as a reliable gauge for market sentiment.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36" y="2028698"/>
            <a:ext cx="304800" cy="304800"/>
          </a:xfrm>
          <a:prstGeom prst="rect">
            <a:avLst/>
          </a:prstGeom>
        </p:spPr>
      </p:pic>
      <p:sp>
        <p:nvSpPr>
          <p:cNvPr id="11" name="AutoShape 6">
            <a:extLst>
              <a:ext uri="{FF2B5EF4-FFF2-40B4-BE49-F238E27FC236}">
                <a16:creationId xmlns:a16="http://schemas.microsoft.com/office/drawing/2014/main" id="{BE3644C9-0B34-7C66-3BD9-002F5CAED381}"/>
              </a:ext>
            </a:extLst>
          </p:cNvPr>
          <p:cNvSpPr/>
          <p:nvPr/>
        </p:nvSpPr>
        <p:spPr>
          <a:xfrm>
            <a:off x="1212935" y="3558091"/>
            <a:ext cx="5225441" cy="148990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2500"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1A2A6C"/>
                </a:solidFill>
                <a:latin typeface="Inter"/>
                <a:ea typeface="Inter"/>
                <a:cs typeface="Inter"/>
                <a:sym typeface="Inter"/>
              </a:rPr>
              <a:t>Homogeneity within towns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800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Models were made on the </a:t>
            </a:r>
            <a:r>
              <a:rPr lang="en-US" sz="18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premise that flats within the same town are comparable to simplify the model. This takes factors like proximity to amenities and transport out of the equation.</a:t>
            </a:r>
          </a:p>
        </p:txBody>
      </p:sp>
      <p:pic>
        <p:nvPicPr>
          <p:cNvPr id="12" name="Picture 9">
            <a:extLst>
              <a:ext uri="{FF2B5EF4-FFF2-40B4-BE49-F238E27FC236}">
                <a16:creationId xmlns:a16="http://schemas.microsoft.com/office/drawing/2014/main" id="{43B4A818-72F1-AD85-8174-707789D9D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436" y="3621591"/>
            <a:ext cx="304800" cy="304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0632C2-E66E-C489-0ABE-DBE64136D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2876" y="2248776"/>
            <a:ext cx="2618629" cy="2618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A2A6C"/>
                </a:solidFill>
                <a:latin typeface="Montserrat"/>
                <a:ea typeface="Montserrat"/>
                <a:cs typeface="Montserrat"/>
                <a:sym typeface="Montserrat"/>
              </a:rPr>
              <a:t>Data Exploration &amp; Preparation Pipeline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5E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95145" y="1946096"/>
            <a:ext cx="2814908" cy="1733805"/>
          </a:xfrm>
          <a:prstGeom prst="roundRect">
            <a:avLst>
              <a:gd name="adj" fmla="val 10000"/>
            </a:avLst>
          </a:prstGeom>
          <a:solidFill>
            <a:srgbClr val="1A2A6C">
              <a:alpha val="5000"/>
            </a:srgbClr>
          </a:solidFill>
          <a:ln w="25400" cap="flat" cmpd="sng">
            <a:solidFill>
              <a:srgbClr val="1A2A6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 fontScale="92500"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Data Consolidation and cleaning</a:t>
            </a:r>
            <a:br>
              <a:rPr lang="en-US" sz="16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Consolidation of 30+ years of resale transaction records and cleaning to standardize data across the years.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3980407" y="1958970"/>
            <a:ext cx="2814908" cy="1733805"/>
          </a:xfrm>
          <a:prstGeom prst="roundRect">
            <a:avLst>
              <a:gd name="adj" fmla="val 10000"/>
            </a:avLst>
          </a:prstGeom>
          <a:solidFill>
            <a:srgbClr val="1A2A6C">
              <a:alpha val="5000"/>
            </a:srgbClr>
          </a:solidFill>
          <a:ln w="25400" cap="flat" cmpd="sng">
            <a:solidFill>
              <a:srgbClr val="1A2A6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Feature Engineering</a:t>
            </a:r>
            <a:br>
              <a:rPr lang="en-US" sz="16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Deriving 'Remaining Lease’ for rows which didn’t have it and '</a:t>
            </a:r>
            <a:r>
              <a:rPr lang="en-US" sz="1600" b="0" i="0" u="none" strike="noStrike" dirty="0" err="1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Storey</a:t>
            </a:r>
            <a:r>
              <a:rPr lang="en-US" sz="16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 Lower’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3980407" y="4059620"/>
            <a:ext cx="2814908" cy="2007803"/>
          </a:xfrm>
          <a:prstGeom prst="roundRect">
            <a:avLst>
              <a:gd name="adj" fmla="val 10000"/>
            </a:avLst>
          </a:prstGeom>
          <a:solidFill>
            <a:srgbClr val="1A2A6C">
              <a:alpha val="5000"/>
            </a:srgbClr>
          </a:solidFill>
          <a:ln w="25400" cap="flat" cmpd="sng">
            <a:solidFill>
              <a:srgbClr val="1A2A6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Feature Selection</a:t>
            </a:r>
            <a:br>
              <a:rPr lang="en-US" sz="16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Strategic selection of features based on EDA.</a:t>
            </a:r>
            <a:endParaRPr lang="en-US" sz="1100" dirty="0"/>
          </a:p>
        </p:txBody>
      </p:sp>
      <p:cxnSp>
        <p:nvCxnSpPr>
          <p:cNvPr id="8" name="Connector 8"/>
          <p:cNvCxnSpPr>
            <a:cxnSpLocks/>
          </p:cNvCxnSpPr>
          <p:nvPr/>
        </p:nvCxnSpPr>
        <p:spPr>
          <a:xfrm>
            <a:off x="3654889" y="2811778"/>
            <a:ext cx="285332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2A6C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" name="AutoShape 6">
            <a:extLst>
              <a:ext uri="{FF2B5EF4-FFF2-40B4-BE49-F238E27FC236}">
                <a16:creationId xmlns:a16="http://schemas.microsoft.com/office/drawing/2014/main" id="{4358017C-96AB-C8C9-5FD1-94C60B895AB1}"/>
              </a:ext>
            </a:extLst>
          </p:cNvPr>
          <p:cNvSpPr/>
          <p:nvPr/>
        </p:nvSpPr>
        <p:spPr>
          <a:xfrm>
            <a:off x="7165669" y="1958970"/>
            <a:ext cx="2814908" cy="1733805"/>
          </a:xfrm>
          <a:prstGeom prst="roundRect">
            <a:avLst>
              <a:gd name="adj" fmla="val 10000"/>
            </a:avLst>
          </a:prstGeom>
          <a:solidFill>
            <a:srgbClr val="1A2A6C">
              <a:alpha val="5000"/>
            </a:srgbClr>
          </a:solidFill>
          <a:ln w="25400" cap="flat" cmpd="sng">
            <a:solidFill>
              <a:srgbClr val="1A2A6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Exploratory Data Analysis</a:t>
            </a:r>
            <a:br>
              <a:rPr lang="en-US" sz="16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Plotting the variation of resale price across different features to determine important features. </a:t>
            </a:r>
            <a:endParaRPr lang="en-US" sz="1100" dirty="0"/>
          </a:p>
        </p:txBody>
      </p:sp>
      <p:sp>
        <p:nvSpPr>
          <p:cNvPr id="12" name="AutoShape 7">
            <a:extLst>
              <a:ext uri="{FF2B5EF4-FFF2-40B4-BE49-F238E27FC236}">
                <a16:creationId xmlns:a16="http://schemas.microsoft.com/office/drawing/2014/main" id="{DAE9D3A6-64BE-BF2B-02DE-45DDE260738A}"/>
              </a:ext>
            </a:extLst>
          </p:cNvPr>
          <p:cNvSpPr/>
          <p:nvPr/>
        </p:nvSpPr>
        <p:spPr>
          <a:xfrm>
            <a:off x="762000" y="4059621"/>
            <a:ext cx="2848053" cy="2007803"/>
          </a:xfrm>
          <a:prstGeom prst="roundRect">
            <a:avLst>
              <a:gd name="adj" fmla="val 10000"/>
            </a:avLst>
          </a:prstGeom>
          <a:solidFill>
            <a:srgbClr val="1A2A6C">
              <a:alpha val="5000"/>
            </a:srgbClr>
          </a:solidFill>
          <a:ln w="25400" cap="flat" cmpd="sng">
            <a:solidFill>
              <a:srgbClr val="1A2A6C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Model Pipeline</a:t>
            </a:r>
            <a:br>
              <a:rPr lang="en-US" sz="16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Preprocessed numerical and categorical data respectively and split the data for training and testing with Linear regression and </a:t>
            </a:r>
            <a:r>
              <a:rPr lang="en-US" sz="1600" dirty="0" err="1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XGBoost</a:t>
            </a:r>
            <a:endParaRPr lang="en-US" sz="1100" dirty="0"/>
          </a:p>
        </p:txBody>
      </p:sp>
      <p:cxnSp>
        <p:nvCxnSpPr>
          <p:cNvPr id="14" name="Connector 8">
            <a:extLst>
              <a:ext uri="{FF2B5EF4-FFF2-40B4-BE49-F238E27FC236}">
                <a16:creationId xmlns:a16="http://schemas.microsoft.com/office/drawing/2014/main" id="{41143330-DDC9-A972-B7A3-7C0AD71A1106}"/>
              </a:ext>
            </a:extLst>
          </p:cNvPr>
          <p:cNvCxnSpPr>
            <a:cxnSpLocks/>
          </p:cNvCxnSpPr>
          <p:nvPr/>
        </p:nvCxnSpPr>
        <p:spPr>
          <a:xfrm flipH="1">
            <a:off x="3654889" y="4994622"/>
            <a:ext cx="285332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2A6C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02CD862-1EFD-FC4C-FCB9-99A853DCA75B}"/>
              </a:ext>
            </a:extLst>
          </p:cNvPr>
          <p:cNvGrpSpPr/>
          <p:nvPr/>
        </p:nvGrpSpPr>
        <p:grpSpPr>
          <a:xfrm>
            <a:off x="6940974" y="3840127"/>
            <a:ext cx="851961" cy="1395574"/>
            <a:chOff x="9584715" y="3687097"/>
            <a:chExt cx="925549" cy="1523726"/>
          </a:xfrm>
        </p:grpSpPr>
        <p:cxnSp>
          <p:nvCxnSpPr>
            <p:cNvPr id="25" name="Connector 9">
              <a:extLst>
                <a:ext uri="{FF2B5EF4-FFF2-40B4-BE49-F238E27FC236}">
                  <a16:creationId xmlns:a16="http://schemas.microsoft.com/office/drawing/2014/main" id="{698BFCDA-120A-9598-CC84-A8997FAAE7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84715" y="4982627"/>
              <a:ext cx="732706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A2A6C">
                  <a:alpha val="100000"/>
                </a:srgbClr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cxnSp>
          <p:nvCxnSpPr>
            <p:cNvPr id="27" name="Connector 9">
              <a:extLst>
                <a:ext uri="{FF2B5EF4-FFF2-40B4-BE49-F238E27FC236}">
                  <a16:creationId xmlns:a16="http://schemas.microsoft.com/office/drawing/2014/main" id="{5071070E-8DEC-5703-37A1-7B3A06F805E7}"/>
                </a:ext>
              </a:extLst>
            </p:cNvPr>
            <p:cNvCxnSpPr>
              <a:cxnSpLocks/>
            </p:cNvCxnSpPr>
            <p:nvPr/>
          </p:nvCxnSpPr>
          <p:spPr>
            <a:xfrm>
              <a:off x="10317421" y="3687097"/>
              <a:ext cx="0" cy="1496374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1A2A6C">
                  <a:alpha val="100000"/>
                </a:srgbClr>
              </a:solidFill>
              <a:prstDash val="solid"/>
              <a:round/>
              <a:headEnd type="none" w="lg" len="lg"/>
              <a:tailEnd type="triangle" w="lg" len="lg"/>
            </a:ln>
          </p:spPr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D6B67D-FBAE-B9E2-DA93-6D3F8E6E521F}"/>
                </a:ext>
              </a:extLst>
            </p:cNvPr>
            <p:cNvSpPr/>
            <p:nvPr/>
          </p:nvSpPr>
          <p:spPr>
            <a:xfrm>
              <a:off x="10124577" y="4998474"/>
              <a:ext cx="385687" cy="2123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0AAFC809-9F94-3A98-32F1-700FB7B05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083" y="3840127"/>
            <a:ext cx="3267922" cy="1733805"/>
          </a:xfrm>
          <a:prstGeom prst="rect">
            <a:avLst/>
          </a:prstGeom>
        </p:spPr>
      </p:pic>
      <p:cxnSp>
        <p:nvCxnSpPr>
          <p:cNvPr id="45" name="Connector 8">
            <a:extLst>
              <a:ext uri="{FF2B5EF4-FFF2-40B4-BE49-F238E27FC236}">
                <a16:creationId xmlns:a16="http://schemas.microsoft.com/office/drawing/2014/main" id="{193FDA6B-D981-0DCA-FF37-A4346C8457B4}"/>
              </a:ext>
            </a:extLst>
          </p:cNvPr>
          <p:cNvCxnSpPr>
            <a:cxnSpLocks/>
          </p:cNvCxnSpPr>
          <p:nvPr/>
        </p:nvCxnSpPr>
        <p:spPr>
          <a:xfrm>
            <a:off x="6847197" y="2814353"/>
            <a:ext cx="285332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A2A6C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39444084-C86C-937D-EBB9-D55352ABF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3932" y="4783851"/>
            <a:ext cx="2368068" cy="18748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A2A6C"/>
                </a:solidFill>
                <a:latin typeface="Montserrat"/>
                <a:ea typeface="Montserrat"/>
                <a:cs typeface="Montserrat"/>
                <a:sym typeface="Montserrat"/>
              </a:rPr>
              <a:t>Models Explored: Linear vs. XGBoost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5E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2232454" y="1905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1A2A6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 dirty="0">
                <a:solidFill>
                  <a:srgbClr val="1A2A6C"/>
                </a:solidFill>
                <a:latin typeface="Inter"/>
                <a:ea typeface="Inter"/>
                <a:cs typeface="Inter"/>
                <a:sym typeface="Inter"/>
              </a:rPr>
              <a:t>Linear Regression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400" b="0" i="1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Baseline Model</a:t>
            </a:r>
          </a:p>
          <a:p>
            <a:pPr algn="ctr"/>
            <a:r>
              <a:rPr lang="en-US" sz="3600" b="1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0.81</a:t>
            </a:r>
            <a:br>
              <a:rPr lang="en-US" sz="18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pt-BR" dirty="0"/>
              <a:t>MAE: 49996.21 </a:t>
            </a:r>
          </a:p>
          <a:p>
            <a:pPr algn="ctr"/>
            <a:r>
              <a:rPr lang="pt-BR" dirty="0"/>
              <a:t>RMSE: 65080.35 </a:t>
            </a:r>
          </a:p>
          <a:p>
            <a:pPr algn="ctr"/>
            <a:r>
              <a:rPr lang="pt-BR" dirty="0"/>
              <a:t>R²: 0.8072 </a:t>
            </a:r>
          </a:p>
          <a:p>
            <a:pPr algn="ctr"/>
            <a:br>
              <a:rPr lang="pt-BR" dirty="0"/>
            </a:br>
            <a:r>
              <a:rPr lang="en-US" sz="18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Reliable but limited in</a:t>
            </a:r>
            <a:br>
              <a:rPr lang="en-US" sz="18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capturing complexity.</a:t>
            </a:r>
          </a:p>
        </p:txBody>
      </p:sp>
      <p:sp>
        <p:nvSpPr>
          <p:cNvPr id="6" name="AutoShape 6"/>
          <p:cNvSpPr/>
          <p:nvPr/>
        </p:nvSpPr>
        <p:spPr>
          <a:xfrm>
            <a:off x="6237415" y="1905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1A2A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254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 dirty="0" err="1">
                <a:solidFill>
                  <a:srgbClr val="FF5E62"/>
                </a:solidFill>
                <a:latin typeface="Inter"/>
                <a:ea typeface="Inter"/>
                <a:cs typeface="Inter"/>
                <a:sym typeface="Inter"/>
              </a:rPr>
              <a:t>XGBoost</a:t>
            </a:r>
            <a:endParaRPr lang="en-US" sz="1100" dirty="0"/>
          </a:p>
          <a:p>
            <a:pPr indent="0" algn="ctr">
              <a:lnSpc>
                <a:spcPct val="125000"/>
              </a:lnSpc>
            </a:pPr>
            <a:r>
              <a:rPr lang="en-US" sz="1400" b="0" i="1" u="none" strike="noStrike" dirty="0">
                <a:solidFill>
                  <a:srgbClr val="FFFFFF">
                    <a:alpha val="70196"/>
                  </a:srgbClr>
                </a:solidFill>
                <a:latin typeface="Inter"/>
                <a:ea typeface="Inter"/>
                <a:cs typeface="Inter"/>
                <a:sym typeface="Inter"/>
              </a:rPr>
              <a:t>The Winner</a:t>
            </a:r>
          </a:p>
          <a:p>
            <a:pPr indent="0" algn="ctr">
              <a:lnSpc>
                <a:spcPct val="125000"/>
              </a:lnSpc>
            </a:pPr>
            <a:r>
              <a:rPr lang="en-US" sz="3600" b="1" i="0" u="none" strike="noStrik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0.98</a:t>
            </a:r>
            <a:br>
              <a:rPr lang="en-US" sz="1800" b="0" i="0" u="none" strike="noStrik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pt-BR" dirty="0">
                <a:solidFill>
                  <a:schemeClr val="bg1"/>
                </a:solidFill>
              </a:rPr>
              <a:t>MAE: 16084.24 </a:t>
            </a:r>
          </a:p>
          <a:p>
            <a:pPr indent="0" algn="ctr">
              <a:lnSpc>
                <a:spcPct val="125000"/>
              </a:lnSpc>
            </a:pPr>
            <a:r>
              <a:rPr lang="pt-BR" dirty="0">
                <a:solidFill>
                  <a:schemeClr val="bg1"/>
                </a:solidFill>
              </a:rPr>
              <a:t>RMSE: 23204.73 </a:t>
            </a:r>
          </a:p>
          <a:p>
            <a:pPr indent="0" algn="ctr">
              <a:lnSpc>
                <a:spcPct val="125000"/>
              </a:lnSpc>
            </a:pPr>
            <a:r>
              <a:rPr lang="pt-BR" dirty="0">
                <a:solidFill>
                  <a:schemeClr val="bg1"/>
                </a:solidFill>
              </a:rPr>
              <a:t>R²: 0.9755</a:t>
            </a:r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Able to capture non-linear relationships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5969000"/>
            <a:ext cx="1066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XGBoost</a:t>
            </a:r>
            <a:r>
              <a:rPr lang="en-US" sz="16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 outperformed the baseline by significantly reducing Mean Absolute Error and explaining more variance.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6691" y="381000"/>
            <a:ext cx="685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dirty="0">
                <a:solidFill>
                  <a:srgbClr val="1A2A6C"/>
                </a:solidFill>
                <a:latin typeface="Montserrat"/>
                <a:sym typeface="Montserrat"/>
              </a:rPr>
              <a:t>Findings: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16691" y="1524000"/>
            <a:ext cx="2794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2500"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dirty="0">
                <a:solidFill>
                  <a:srgbClr val="FF5E62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r>
              <a:rPr lang="en-US" sz="6000" b="1" i="0" u="none" strike="noStrike" dirty="0">
                <a:solidFill>
                  <a:srgbClr val="FF5E62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 dirty="0">
                <a:solidFill>
                  <a:srgbClr val="1A2A6C"/>
                </a:solidFill>
                <a:latin typeface="Inter"/>
                <a:ea typeface="Inter"/>
                <a:cs typeface="Inter"/>
                <a:sym typeface="Inter"/>
              </a:rPr>
              <a:t>Flat Type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The most influential factor in pricing.</a:t>
            </a:r>
          </a:p>
        </p:txBody>
      </p:sp>
      <p:sp>
        <p:nvSpPr>
          <p:cNvPr id="6" name="AutoShape 6"/>
          <p:cNvSpPr/>
          <p:nvPr/>
        </p:nvSpPr>
        <p:spPr>
          <a:xfrm>
            <a:off x="4302897" y="1524000"/>
            <a:ext cx="2794000" cy="190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 fontScale="92500" lnSpcReduction="10000"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 dirty="0">
                <a:solidFill>
                  <a:srgbClr val="FF5E62"/>
                </a:solidFill>
                <a:latin typeface="Inter"/>
                <a:ea typeface="Inter"/>
                <a:cs typeface="Inter"/>
                <a:sym typeface="Inter"/>
              </a:rPr>
              <a:t>36%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800" b="1" dirty="0">
                <a:solidFill>
                  <a:srgbClr val="1A2A6C"/>
                </a:solidFill>
                <a:latin typeface="Inter"/>
                <a:ea typeface="Inter"/>
                <a:cs typeface="Inter"/>
                <a:sym typeface="Inter"/>
              </a:rPr>
              <a:t>Town</a:t>
            </a:r>
            <a:br>
              <a:rPr lang="en-US" sz="18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800" b="0" i="0" u="none" strike="noStrike" dirty="0">
                <a:solidFill>
                  <a:srgbClr val="2D3436"/>
                </a:solidFill>
                <a:latin typeface="Inter"/>
                <a:ea typeface="Inter"/>
                <a:cs typeface="Inter"/>
                <a:sym typeface="Inter"/>
              </a:rPr>
              <a:t>Second primary driver of market valuation.</a:t>
            </a:r>
          </a:p>
        </p:txBody>
      </p:sp>
      <p:sp>
        <p:nvSpPr>
          <p:cNvPr id="7" name="AutoShape 7"/>
          <p:cNvSpPr/>
          <p:nvPr/>
        </p:nvSpPr>
        <p:spPr>
          <a:xfrm>
            <a:off x="630194" y="4079789"/>
            <a:ext cx="8377882" cy="1905000"/>
          </a:xfrm>
          <a:prstGeom prst="roundRect">
            <a:avLst>
              <a:gd name="adj" fmla="val 8000"/>
            </a:avLst>
          </a:prstGeom>
          <a:solidFill>
            <a:srgbClr val="1A2A6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381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FF5E62"/>
                </a:solidFill>
                <a:latin typeface="Inter"/>
                <a:ea typeface="Inter"/>
                <a:cs typeface="Inter"/>
                <a:sym typeface="Inter"/>
              </a:rPr>
              <a:t>Structural Premium</a:t>
            </a:r>
            <a:endParaRPr lang="en-US" sz="1100" dirty="0"/>
          </a:p>
          <a:p>
            <a:r>
              <a:rPr lang="en-US" dirty="0">
                <a:solidFill>
                  <a:schemeClr val="bg1"/>
                </a:solidFill>
              </a:rPr>
              <a:t>Based on model findings, the key drivers of resale prices are identified to be the Flat type and the Town.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Town accounts for location-based pricing premiums, while flat type (particularly larger units like 5-room and executive flats) commands structural price premiums due to size and amenities.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866390-66ED-FFE5-3EFF-904800BF2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562" y="1012819"/>
            <a:ext cx="2514951" cy="25340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A2A6C"/>
                </a:solidFill>
                <a:latin typeface="Montserrat"/>
                <a:ea typeface="Montserrat"/>
                <a:cs typeface="Montserrat"/>
                <a:sym typeface="Montserrat"/>
              </a:rPr>
              <a:t>Potential Policies to address Housing Prices Inflation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5E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7F5E5B-E2A2-217C-DD6E-6413FDDFF981}"/>
              </a:ext>
            </a:extLst>
          </p:cNvPr>
          <p:cNvSpPr txBox="1"/>
          <p:nvPr/>
        </p:nvSpPr>
        <p:spPr>
          <a:xfrm>
            <a:off x="663184" y="2022663"/>
            <a:ext cx="8004828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>
                <a:solidFill>
                  <a:schemeClr val="accent2"/>
                </a:solidFill>
              </a:rPr>
              <a:t>Increase supply of HDBs in High premium towns</a:t>
            </a:r>
          </a:p>
          <a:p>
            <a:endParaRPr lang="en-SG" dirty="0"/>
          </a:p>
          <a:p>
            <a:r>
              <a:rPr lang="en-US" sz="1700" dirty="0">
                <a:solidFill>
                  <a:schemeClr val="tx1"/>
                </a:solidFill>
                <a:latin typeface="Inter"/>
              </a:rPr>
              <a:t>By increasing supply, prices in premium towns should normalize downward as scarcity premium dissipates. The geographic price differential between premium and peripheral towns would compress, improving overall affordability. </a:t>
            </a:r>
          </a:p>
          <a:p>
            <a:endParaRPr lang="en-US" sz="1700" dirty="0">
              <a:solidFill>
                <a:schemeClr val="tx1"/>
              </a:solidFill>
              <a:latin typeface="Inter"/>
            </a:endParaRPr>
          </a:p>
          <a:p>
            <a:r>
              <a:rPr lang="en-US" sz="1700" b="1" dirty="0">
                <a:solidFill>
                  <a:schemeClr val="accent2"/>
                </a:solidFill>
                <a:latin typeface="Inter"/>
              </a:rPr>
              <a:t>Cons/ Trade-offs: </a:t>
            </a:r>
          </a:p>
          <a:p>
            <a:pPr marL="285750" indent="-285750">
              <a:buFontTx/>
              <a:buChar char="-"/>
            </a:pPr>
            <a:r>
              <a:rPr lang="en-US" sz="1700" dirty="0">
                <a:solidFill>
                  <a:schemeClr val="tx1"/>
                </a:solidFill>
                <a:latin typeface="Inter"/>
              </a:rPr>
              <a:t>Implementation timelines are lengthy (3-5+ years for construction), requiring sustained policy commitment.</a:t>
            </a:r>
          </a:p>
          <a:p>
            <a:pPr marL="285750" indent="-285750">
              <a:buFontTx/>
              <a:buChar char="-"/>
            </a:pPr>
            <a:r>
              <a:rPr lang="en-US" sz="1700" dirty="0">
                <a:solidFill>
                  <a:schemeClr val="tx1"/>
                </a:solidFill>
                <a:latin typeface="Inter"/>
              </a:rPr>
              <a:t>Supply expansion requires significant capital and land availability, potentially diverting resources from other infrastructure priorities</a:t>
            </a:r>
          </a:p>
          <a:p>
            <a:endParaRPr lang="en-US" sz="1700" dirty="0">
              <a:solidFill>
                <a:schemeClr val="tx1"/>
              </a:solidFill>
              <a:latin typeface="Inter"/>
            </a:endParaRPr>
          </a:p>
          <a:p>
            <a:endParaRPr lang="en-SG" dirty="0"/>
          </a:p>
          <a:p>
            <a:endParaRPr lang="en-SG" dirty="0"/>
          </a:p>
        </p:txBody>
      </p:sp>
      <p:pic>
        <p:nvPicPr>
          <p:cNvPr id="1026" name="Picture 2" descr="House price - Free real estate icons">
            <a:extLst>
              <a:ext uri="{FF2B5EF4-FFF2-40B4-BE49-F238E27FC236}">
                <a16:creationId xmlns:a16="http://schemas.microsoft.com/office/drawing/2014/main" id="{DCE74731-767F-DDA6-3CC9-85CE8B01E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6577" y="2461103"/>
            <a:ext cx="2123423" cy="2123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6350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1A2A6C"/>
                </a:solidFill>
                <a:latin typeface="Montserrat"/>
                <a:ea typeface="Montserrat"/>
                <a:cs typeface="Montserrat"/>
                <a:sym typeface="Montserrat"/>
              </a:rPr>
              <a:t>Future Exploration: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5E6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6096000" cy="406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dirty="0">
                <a:solidFill>
                  <a:schemeClr val="tx1"/>
                </a:solidFill>
                <a:latin typeface="Inter"/>
                <a:sym typeface="Inter"/>
              </a:rPr>
              <a:t>Including proximity-based features in modelling</a:t>
            </a:r>
            <a:r>
              <a:rPr lang="en-US" sz="2000" dirty="0">
                <a:solidFill>
                  <a:schemeClr val="tx1"/>
                </a:solidFill>
                <a:latin typeface="Inter"/>
                <a:sym typeface="Inter"/>
              </a:rPr>
              <a:t>: Proximity to MRT stations, schools, bus stops, malls, parks</a:t>
            </a:r>
          </a:p>
          <a:p>
            <a:pPr indent="0" algn="l">
              <a:lnSpc>
                <a:spcPct val="125000"/>
              </a:lnSpc>
              <a:defRPr/>
            </a:pPr>
            <a:endParaRPr lang="en-US" sz="2000" dirty="0">
              <a:solidFill>
                <a:schemeClr val="tx1"/>
              </a:solidFill>
              <a:latin typeface="Inter"/>
              <a:sym typeface="Inter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2000" dirty="0">
              <a:solidFill>
                <a:schemeClr val="tx1"/>
              </a:solidFill>
              <a:latin typeface="Inter"/>
              <a:sym typeface="Inter"/>
            </a:endParaRPr>
          </a:p>
          <a:p>
            <a:pPr indent="0" algn="l">
              <a:lnSpc>
                <a:spcPct val="125000"/>
              </a:lnSpc>
              <a:defRPr/>
            </a:pPr>
            <a:endParaRPr lang="en-US" sz="2000" dirty="0">
              <a:solidFill>
                <a:schemeClr val="tx1"/>
              </a:solidFill>
              <a:latin typeface="Inter"/>
              <a:sym typeface="Inter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2000" b="1" dirty="0">
                <a:solidFill>
                  <a:schemeClr val="tx1"/>
                </a:solidFill>
                <a:latin typeface="Inter"/>
                <a:sym typeface="Inter"/>
              </a:rPr>
              <a:t>Impact of Macroeconomic and global events on housing prices: </a:t>
            </a:r>
            <a:r>
              <a:rPr lang="en-US" sz="2000" dirty="0">
                <a:solidFill>
                  <a:schemeClr val="tx1"/>
                </a:solidFill>
                <a:latin typeface="Inter"/>
                <a:sym typeface="Inter"/>
              </a:rPr>
              <a:t>Government policies, financial crises, pandemics</a:t>
            </a:r>
            <a:endParaRPr lang="en-US" sz="1100" dirty="0">
              <a:solidFill>
                <a:schemeClr val="tx1"/>
              </a:solidFill>
              <a:latin typeface="Inter"/>
              <a:sym typeface="Inter"/>
            </a:endParaRPr>
          </a:p>
        </p:txBody>
      </p:sp>
      <p:pic>
        <p:nvPicPr>
          <p:cNvPr id="3076" name="Picture 4" descr="Explore Surang Lineal Color icon | Freepik">
            <a:extLst>
              <a:ext uri="{FF2B5EF4-FFF2-40B4-BE49-F238E27FC236}">
                <a16:creationId xmlns:a16="http://schemas.microsoft.com/office/drawing/2014/main" id="{7165982D-AF9E-96F4-E22A-9A8237D0C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8991" y="685799"/>
            <a:ext cx="762001" cy="76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Bus Icon. Public Transport">
            <a:extLst>
              <a:ext uri="{FF2B5EF4-FFF2-40B4-BE49-F238E27FC236}">
                <a16:creationId xmlns:a16="http://schemas.microsoft.com/office/drawing/2014/main" id="{125DC139-F4F3-BF18-2B0A-DD2EE0D90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679" y="1023202"/>
            <a:ext cx="1432364" cy="126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Mall - Free commerce icons">
            <a:extLst>
              <a:ext uri="{FF2B5EF4-FFF2-40B4-BE49-F238E27FC236}">
                <a16:creationId xmlns:a16="http://schemas.microsoft.com/office/drawing/2014/main" id="{73087DBD-CB9B-F384-6F4E-BEFBC0064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1392" y="1535003"/>
            <a:ext cx="1515197" cy="151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Park - Free nature icons">
            <a:extLst>
              <a:ext uri="{FF2B5EF4-FFF2-40B4-BE49-F238E27FC236}">
                <a16:creationId xmlns:a16="http://schemas.microsoft.com/office/drawing/2014/main" id="{5587C0A8-0B52-9ACB-6E0E-AB91D42A2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490" y="1913803"/>
            <a:ext cx="1515197" cy="151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Crisis - Free signaling icons">
            <a:extLst>
              <a:ext uri="{FF2B5EF4-FFF2-40B4-BE49-F238E27FC236}">
                <a16:creationId xmlns:a16="http://schemas.microsoft.com/office/drawing/2014/main" id="{8706D198-7E03-7AF5-71A2-B54076BD9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679" y="3940801"/>
            <a:ext cx="1022072" cy="1022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Policy - Free security icons">
            <a:extLst>
              <a:ext uri="{FF2B5EF4-FFF2-40B4-BE49-F238E27FC236}">
                <a16:creationId xmlns:a16="http://schemas.microsoft.com/office/drawing/2014/main" id="{4A872E02-D40C-338A-687E-835E4005B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456" y="4408405"/>
            <a:ext cx="1219790" cy="1219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</Words>
  <Application>Microsoft Office PowerPoint</Application>
  <PresentationFormat>Widescreen</PresentationFormat>
  <Paragraphs>67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Inter</vt:lpstr>
      <vt:lpstr>Arial</vt:lpstr>
      <vt:lpstr>Montserrat</vt:lpstr>
      <vt:lpstr>Office 主题​​</vt:lpstr>
      <vt:lpstr>默认主题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samiha hossain</cp:lastModifiedBy>
  <cp:revision>1</cp:revision>
  <dcterms:modified xsi:type="dcterms:W3CDTF">2026-02-20T11:06:59Z</dcterms:modified>
</cp:coreProperties>
</file>